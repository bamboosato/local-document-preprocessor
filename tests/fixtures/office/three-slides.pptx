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SLIDE_ONE_ONLY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SLIDE_TWO_ONLY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SLIDE_THREE_ONLY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